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9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IPDK 및 레시피 배포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검증된 코드를 누구나 같은 결과로 실행하게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041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W23–W24  ·  파이썬 이미지 처리 계측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다루는 내용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W23–W24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검증된 측정 코드를 "레시피"로 다듬어 IPDK 에 배포합니다. 목표는 누가 실행해도 같은 결과가 나오게 하는 것입니다.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1938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배포란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682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 코드 → 누구나 같은 결과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7830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9659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04488" y="1938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배포 가능한 코드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3682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함수화·경로 제거·예외 처리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7830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9659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93408" y="1938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레시피 = 코드+설정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3682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파라미터를 코드와 분리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5568" y="3172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표준 시그니처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60273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measure(img, scale, params)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30175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29000" y="32004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904488" y="3172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배포 전 테스트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29000" y="360273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알려진 시료로 재현성 확인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30175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2004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93408" y="3172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IPDK 패키징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17920" y="360273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RCP 로 묶어 배포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배포란 무엇인가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W23–W24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 노트북에서만 도는 코드를, 다른 사람이 다른 이미지로 실행해도 같은 방식·같은 결과가 나오도록 만드는 것입니다.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배포 전 (노트북 코드)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 PC 경로가 박혀 있음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셀 순서를 알아야 실행됨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값·설정이 코드 곳곳에 흩어짐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실패하면 그냥 멈춤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92024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배포 후 (레시피)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83480" y="25146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입력은 인자로 받음(경로 없음)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함수 하나 호출로 끝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설정은 파라미터로 모음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실패해도 상태를 반환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배포 가능한 코드의 조건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W23–W24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49047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90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함수로 묶기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66160" y="14173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전체를 함수 하나로 (셀 순서 의존 제거)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075688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148840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07568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경로 하드코딩 제거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66160" y="207568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파일 경로·값을 코드에 박지 않고 인자로 받기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734056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2807208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807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27340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scale 은 파일에서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566160" y="273405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픽셀 크기를 손으로 넣지 않고 읽어오기 (Phase 4)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392424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465576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465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39242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예외 처리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566160" y="339242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실패 시 멈추지 말고 상태를 반환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050792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123944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123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40507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설정 분리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566160" y="405079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임계값·위치 수 등은 파라미터로 모으기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레시피 = 코드 + 파라미터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W23–W24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레시피는 </a:t>
            </a:r>
            <a:pPr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고정된 코드</a:t>
            </a:r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와, 상황에 따라 바꾸는 </a:t>
            </a:r>
            <a:pPr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설정(파라미터)</a:t>
            </a:r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 조합입니다. 설정을 분리하면 코드를 고치지 않고 다른 조건에 재사용할 수 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114800" cy="2743200"/>
          </a:xfrm>
          <a:prstGeom prst="roundRect">
            <a:avLst>
              <a:gd name="adj" fmla="val 1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09160" y="128016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설정을 코드와 분리 (파라미터)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 = {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'n_positions': 20,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'level': 'midpoint',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'min_edges': 2,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measure(image, scale, params)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표준 함수 시그니처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W23–W24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배포 코드는 입력·출력 형식을 고정합니다. 이미지·scale·파라미터를 받아, 결과를 dict 로 반환합니다.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2468880"/>
          </a:xfrm>
          <a:prstGeom prst="roundRect">
            <a:avLst>
              <a:gd name="adj" fmla="val 185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83080"/>
            <a:ext cx="7955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measure(image, scale, params=None):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{**DEFAULT_PARAMS, **(params or {})}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   # 측정 로직 (Phase 5~6)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{'mean_nm': m, 'std_nm': s, 'n': n,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'unit': 'nm', 'status': 'ok'}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Exception as e: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{'status': 'fail', 'error': str(e)}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배포 전 테스트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W23–W24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배포 전, 정답을 아는 시료로 재현성을 확인합니다. "같은 입력 → 같은 출력"이 배포의 조건입니다.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4023360" cy="1737360"/>
          </a:xfrm>
          <a:prstGeom prst="roundRect">
            <a:avLst>
              <a:gd name="adj" fmla="val 263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60604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measure(sample, 0.25)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r['status'] == 'ok'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abs(r['mean_nm']-8.75) &lt; 0.3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같은 입력 -&gt; 항상 같은 결과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measure(sample,0.25)==r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확인 항목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242316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알려진 시료 → 정답과 일치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같은 입력 → 같은 출력(재현성)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실패 입력 → 멈추지 않고 status:fail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경계·빈 이미지 등 엣지 케이스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버전 관리와 재현성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W23–W24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배포된 레시피는 계측 결과의 근거가 됩니다. 어떤 버전으로 측정했는지 추적할 수 있어야 합니다.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955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레시피에 버전·작성일·측정 방법을 기록합니다.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코드를 바꾸면 버전을 올리고 변경 이력을 남깁니다(Phase 0 의 git).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같은 입력에 항상 같은 출력이 나오도록 무작위 요소를 고정합니다.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결과에 사용한 레시피 버전을 함께 저장하면 나중에 재현할 수 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IPDK 패키징 흐름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W23–W24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검증된 measure() 를 IPDK 레시피(RCP)로 묶어 배포합니다. RCP 의 구체적 형식·메타데이터는 사내 문서를 따릅니다.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14884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22860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230428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작성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표준 measure()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74520" y="2834640"/>
            <a:ext cx="25603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30552" y="214884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49424" y="22860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249424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60904" y="230428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테스트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67712" y="2788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재현성 확인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593592" y="2834640"/>
            <a:ext cx="25603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849624" y="214884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68496" y="22860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3968496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79976" y="230428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패키징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86784" y="2788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RCP 로 묶기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12664" y="2834640"/>
            <a:ext cx="25603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568696" y="214884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87568" y="22860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5687568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99048" y="230428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배포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05856" y="2788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IPDK 등록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031736" y="2834640"/>
            <a:ext cx="25603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287768" y="214884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06640" y="22860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740664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818120" y="230428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실행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424928" y="2788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동일 결과 재현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※ RCP 패키징·등록의 IPDK 고유 절차와 형식은 사내 IPDK 문서를 기준으로 진행합니다.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안내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코드를 레시피로 만들기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로직을 표준 measure(image, scale, params) 로 묶기</a:t>
            </a:r>
            <a:endParaRPr lang="en-US" sz="1600" dirty="0"/>
          </a:p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설정을 파라미터로 분리하고 결과를 dict 로 반환</a:t>
            </a:r>
            <a:endParaRPr lang="en-US" sz="1600" dirty="0"/>
          </a:p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알려진 시료로 재현성·실패 처리 테스트하기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실습: 09_ipdk_packaging.ipynb · 09_practice.ipynb · 09_recipe_template.py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9 · IPDK 및 레시피 배포</dc:title>
  <dc:subject>PptxGenJS Presentation</dc:subject>
  <dc:creator>교육팀</dc:creator>
  <cp:lastModifiedBy>교육팀</cp:lastModifiedBy>
  <cp:revision>1</cp:revision>
  <dcterms:created xsi:type="dcterms:W3CDTF">2026-07-02T12:52:01Z</dcterms:created>
  <dcterms:modified xsi:type="dcterms:W3CDTF">2026-07-02T12:52:01Z</dcterms:modified>
</cp:coreProperties>
</file>