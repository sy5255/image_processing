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 핵심 알고리즘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구조를 실제로 측정하기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전처리한 이미지에서 두께·길이·면적·거리를 실제로 측정하는 알고리즘을 익힙니다.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9202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라인 프로파일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 단면 추출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9202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7912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엣지 위치·서브픽셀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67912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50% 기준·gradient peak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9202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너비·두께·CD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엣지 간 거리 × 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28803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127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수 × scale²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697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0712" y="28803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67912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거리·피치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67912" y="3127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구조 간격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697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28803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56832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다중 위치 반복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56832" y="3127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for · continue · 통계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" y="38404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8992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템플릿 매칭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78992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구조 자동 탐색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3657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10712" y="38404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3410712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67912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꼭짓점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67912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approxPolyDP · Harris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657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8404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199632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56832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 파이프라인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56832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 두께 측정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측정의 큰 그림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측정은 픽셀 단위로 이뤄지고, Phase 4 의 scale 로 실제 단위(nm)로 환산합니다.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전처리 이미지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5 결과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05456" y="278892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1031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55848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 측정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53512" y="2697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길이·면적·거리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278892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21031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04688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 환산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02352" y="2697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× scale (nm)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2788920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86600" y="21031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53528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51192" y="2697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평균·표준편차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길이는 × scale, 면적은 × scale² 로 환산합니다.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라인 프로파일: 밝기 단면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측정하려는 방향으로 한 줄을 그어 그 위의 밝기값을 뽑습니다. 층을 가로지르면 밝기가 급변하는 지점이 곧 경계입니다.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스캔 라인 (x=180)</a:t>
            </a:r>
            <a:endParaRPr lang="en-US" sz="1100" dirty="0"/>
          </a:p>
        </p:txBody>
      </p:sp>
      <p:pic>
        <p:nvPicPr>
          <p:cNvPr id="6" name="Image 0" descr="/home/claude/p6img/sca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429000" cy="2095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920240"/>
            <a:ext cx="3429000" cy="2095966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 줄의 밝기 프로파일</a:t>
            </a:r>
            <a:endParaRPr lang="en-US" sz="1100" dirty="0"/>
          </a:p>
        </p:txBody>
      </p:sp>
      <p:pic>
        <p:nvPicPr>
          <p:cNvPr id="9" name="Image 1" descr="/home/claude/p6img/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3291840" cy="21529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1920240"/>
            <a:ext cx="3291840" cy="2152937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img[:, 180]     # 180번 열의 세로 밝기 단면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엣지 위치 찾기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경계 위치는 두 방식으로 찾습니다. (1) 배경·층 중간값을 지나는 50% 크로싱, (2) 밝기 변화가 가장 큰 gradient 정점.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50% 레벨 크로싱</a:t>
            </a:r>
            <a:endParaRPr lang="en-US" sz="1100" dirty="0"/>
          </a:p>
        </p:txBody>
      </p:sp>
      <p:pic>
        <p:nvPicPr>
          <p:cNvPr id="6" name="Image 0" descr="/home/claude/p6img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291840" cy="21529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20240"/>
            <a:ext cx="3291840" cy="2152937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gradient 정점</a:t>
            </a:r>
            <a:endParaRPr lang="en-US" sz="1100" dirty="0"/>
          </a:p>
        </p:txBody>
      </p:sp>
      <p:pic>
        <p:nvPicPr>
          <p:cNvPr id="9" name="Image 1" descr="/home/claude/p6img/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3291840" cy="21529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1920240"/>
            <a:ext cx="3291840" cy="2152937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 (bg + fg) / 2 지점을 지나는 위치 = 엣지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서브픽셀 (1): 인접 2픽셀 선형 보간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픽셀은 정수 격자지만 실제 엣지는 픽셀 사이의 실수 위치에 있습니다.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임계값(level)을 사이에 둔 인접 두 픽셀만으로 그 사이를 직선 보간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하는 것이 가장 기본적인 방식입니다.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level 을 사이에 둔 두 픽셀 사이를 보간</a:t>
            </a:r>
            <a:endParaRPr lang="en-US" sz="1100" dirty="0"/>
          </a:p>
        </p:txBody>
      </p:sp>
      <p:pic>
        <p:nvPicPr>
          <p:cNvPr id="6" name="Image 0" descr="/home/claude/p6img/inter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4206240" cy="27032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65960"/>
            <a:ext cx="4206240" cy="2703239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178308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578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 방법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57800" y="224942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픽셀 i(값 y0), i+1(값 y1)이 level 을 사이에 둘 때: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288036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2971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(level - y0) / (y1 - y0)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= i + t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예: (135-120)/(168-120)=0.31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-&gt; edge = 100.31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서브픽셀 (2): gradient 정점 포물선 피팅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밝기의 1차 미분(gradient)이 최대인 곳이 엣지입니다. 그 정점은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2차 미분 = 0 인 지점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이며, 정수 정점 주변 3점에 포물선을 피팅해 실수 위치를 구합니다.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정수 정점 101 → 실수 100.72</a:t>
            </a:r>
            <a:endParaRPr lang="en-US" sz="1100" dirty="0"/>
          </a:p>
        </p:txBody>
      </p:sp>
      <p:pic>
        <p:nvPicPr>
          <p:cNvPr id="6" name="Image 0" descr="/home/claude/p6img/subpix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4480560" cy="17605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65960"/>
            <a:ext cx="4480560" cy="1760534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66360" y="17830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9496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꼭짓점 공식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0" y="224942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정수 정점 i 의 gradient 값 g[i-1], g[i], g[i+1] 로 오프셋 d 를 구합니다.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4960" y="297180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3063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0.5*(g[i-1]-g[i+1]) /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(g[i-1]-2*g[i]+g[i+1])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= i + d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 는 -0.5 ~ 0.5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방식 모두 정수 픽셀보다 정밀한 위치를 줍니다. 50% 크로싱에는 방법 1, 완만한 엣지에는 방법 2 가 유리합니다.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너비·두께·CD 측정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엣지 위치의 차이가 픽셀 두께이고, scale 을 곱하면 실제 두께(nm)입니다.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402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e1, e2 = edges(profile)   # 두 경계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thick_px = e2 - e1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thick_nm = thick_px * scale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34.8 px × 0.25 = 8.7 nm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9204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엣지 간 거리 = 두께</a:t>
            </a:r>
            <a:endParaRPr lang="en-US" sz="1100" dirty="0"/>
          </a:p>
        </p:txBody>
      </p:sp>
      <p:pic>
        <p:nvPicPr>
          <p:cNvPr id="8" name="Image 0" descr="/home/claude/p6img/thick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74520"/>
            <a:ext cx="3566160" cy="21798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1874520"/>
            <a:ext cx="3566160" cy="2179804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 측정: 두 가지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면적은 먼저 픽셀 단위로 구한 뒤 scale² 을 곱해 nm² 로 바꿉니다. (가로·세로 두 방향이므로 scale 을 두 번)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1 · 마스크 픽셀 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마스크에서 True 인 픽셀의 개수를 셉니다. 말 그대로 픽셀 개수입니다.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2 · 윤곽선 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2128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윤곽선(경계 점들)으로 면적을 계산합니다. 픽셀을 세지 않습니다 → 다음 장.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290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area_px = cv2.countNonZero(mask)      # 방법 1: 픽셀 개수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area_px = cv2.contourArea(cnt)        # 방법 2: 윤곽선 면적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area_nm2 = area_px * scale**2         # 픽셀 -&gt; nm^2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윤곽선과 contourArea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윤곽선(contour)은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외곽 경계 픽셀을 순서대로 이은 점들의 목록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 contourArea 는 이 점들로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신발끈(shoelace) 공식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 계산합니다 — 픽셀을 세는 게 아니라 다각형 넓이(픽셀²)를 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60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신발끈(shoelace) 공식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½ · | Σ ( xᵢ·yᵢ₊₁ − xᵢ₊₁·yᵢ )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꼭짓점 (x, y) 를 순서대로 대입해 합산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160520" cy="77724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611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cv2.contourArea(cnt)   # 10907.5 (신발끈)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cv2.countNonZero(mask) # 11121   (픽셀 수)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 = 순서대로 이은 경계 점들</a:t>
            </a:r>
            <a:endParaRPr lang="en-US" sz="1100" dirty="0"/>
          </a:p>
        </p:txBody>
      </p:sp>
      <p:pic>
        <p:nvPicPr>
          <p:cNvPr id="12" name="Image 0" descr="/home/claude/p6img/contour_p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3246120" cy="236081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120640" y="1783080"/>
            <a:ext cx="3246120" cy="2360815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거리·피치 측정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지점(예: 두 구조의 중심) 사이 거리를 재고, 반복 구조라면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간격(피치)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 평균으로 구합니다.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위치는 다음 장의 </a:t>
            </a:r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템플릿 매칭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자동으로 찾을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651760"/>
          </a:xfrm>
          <a:prstGeom prst="roundRect">
            <a:avLst>
              <a:gd name="adj" fmla="val 17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801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두 점 사이 거리(px)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d_px = np.hypot(x2 - x1, y2 - y1)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d_nm = d_px * scale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여러 구조의 x 좌표가 xs 일 때 피치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= np.mean(np.diff(sorted(xs)))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다중 위치 반복 측정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곳만 재면 불안정합니다. 여러 위치에서 반복 측정해 평균·표준편차를 냅니다. 측정 실패는 continue 로 건너뜁니다.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여러 스캔 위치</a:t>
            </a:r>
            <a:endParaRPr lang="en-US" sz="1100" dirty="0"/>
          </a:p>
        </p:txBody>
      </p:sp>
      <p:pic>
        <p:nvPicPr>
          <p:cNvPr id="6" name="Image 0" descr="/home/claude/p6img/mul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291840" cy="20121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65960"/>
            <a:ext cx="3291840" cy="2012127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위치별 두께 · 평균</a:t>
            </a:r>
            <a:endParaRPr lang="en-US" sz="1100" dirty="0"/>
          </a:p>
        </p:txBody>
      </p:sp>
      <p:pic>
        <p:nvPicPr>
          <p:cNvPr id="9" name="Image 1" descr="/home/claude/p6img/multi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3291840" cy="21529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1965960"/>
            <a:ext cx="3291840" cy="2152937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positions:  t = measure(x);  results.append(t)   # 실패 시 continue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템플릿 매칭: 위치 자동 탐색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작은 견본(템플릿)과 가장 닮은 위치를 찾아, 반복 구조나 마커의 좌표를 자동으로 얻습니다.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231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cv2.matchTemplate(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templ,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cv2.TM_CCOEFF_NORMED)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ys, xs = np.where(res &gt;= 0.7)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노랑=템플릿, 청록=매칭 위치</a:t>
            </a:r>
            <a:endParaRPr lang="en-US" sz="1100" dirty="0"/>
          </a:p>
        </p:txBody>
      </p:sp>
      <p:pic>
        <p:nvPicPr>
          <p:cNvPr id="8" name="Image 0" descr="/home/claude/p6img/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148840"/>
            <a:ext cx="3931920" cy="174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2148840"/>
            <a:ext cx="3931920" cy="17475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꼭짓점 찾기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모서리 좌표를 얻습니다. 윤곽선 다각형 근사(approxPolyDP)가 계측에 실용적이며, 특징 기반(Harris·Shi-Tomasi)도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02336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97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= 0.02 * cv2.arcLength(cnt, True)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corners = cv2.approxPolyDP(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cnt, eps, True)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corners: 각 꼭짓점 (x, y)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2064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approxPolyDP 꼭짓점</a:t>
            </a:r>
            <a:endParaRPr lang="en-US" sz="1100" dirty="0"/>
          </a:p>
        </p:txBody>
      </p:sp>
      <p:pic>
        <p:nvPicPr>
          <p:cNvPr id="8" name="Image 0" descr="/home/claude/p6img/cor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057400"/>
            <a:ext cx="3200400" cy="2133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2057400"/>
            <a:ext cx="3200400" cy="213360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통합: 자동 두께 측정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W15–W18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앞의 조각들을 연결하면 "이미지 → 두께 통계"가 자동으로 나옵니다.</a:t>
            </a:r>
            <a:endParaRPr lang="en-US" sz="1400" dirty="0"/>
          </a:p>
        </p:txBody>
      </p:sp>
      <p:pic>
        <p:nvPicPr>
          <p:cNvPr id="5" name="Image 0" descr="/home/claude/p6img/sca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1869948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48840"/>
            <a:ext cx="1869948" cy="114300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319272"/>
            <a:ext cx="186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스캔선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09444" y="272034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9" name="Image 1" descr="/home/claude/p6img/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2148840"/>
            <a:ext cx="1747647" cy="1143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47188" y="2148840"/>
            <a:ext cx="1747647" cy="114300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647188" y="3319272"/>
            <a:ext cx="1747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프로파일·엣지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31411" y="272034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13" name="Image 2" descr="/home/claude/p6img/thickn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55" y="2148840"/>
            <a:ext cx="1869948" cy="1143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69155" y="2148840"/>
            <a:ext cx="1869948" cy="114300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69155" y="3319272"/>
            <a:ext cx="186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두께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75679" y="272034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17" name="Image 3" descr="/home/claude/p6img/multi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423" y="2148840"/>
            <a:ext cx="1747647" cy="1143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13423" y="2148840"/>
            <a:ext cx="1747647" cy="114300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813423" y="3319272"/>
            <a:ext cx="1747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반복·통계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위치는 템플릿 매칭으로 자동 지정하고, 결과는 Phase 7 에서 통계·리포트로 정리합니다.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두께 자동 측정 코드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라인 프로파일에서 50% 크로싱으로 엣지 찾기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두께를 px → nm 로 환산하기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여러 위치에서 반복 측정해 평균·표준편차 내기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06_metrology_core.ipynb · 06_practice.ipynb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6 · 계측 핵심 알고리즘</dc:title>
  <dc:subject>PptxGenJS Presentation</dc:subject>
  <dc:creator>교육팀</dc:creator>
  <cp:lastModifiedBy>교육팀</cp:lastModifiedBy>
  <cp:revision>1</cp:revision>
  <dcterms:created xsi:type="dcterms:W3CDTF">2026-07-02T05:17:53Z</dcterms:created>
  <dcterms:modified xsi:type="dcterms:W3CDTF">2026-07-02T05:17:53Z</dcterms:modified>
</cp:coreProperties>
</file>