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처리 및 통계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결과를 표로 정리하고 통계·리포트로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6 에서 얻은 여러 측정값을 pandas 로 표(DataFrame)에 담아 통계·시각화·저장까지 정리합니다.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94767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DataFrame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313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결과를 표로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78308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06624" y="194767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06624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선택·필터·정렬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06624" y="2313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원하는 행/열 고르기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8308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91456" y="194767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3792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91456" y="2313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평균·표준편차·분위수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11696" y="178308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76288" y="194767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76288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78624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그룹 통계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76288" y="2313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조건별 groupby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31363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128" y="3090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이상치 처리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1792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튀는 값 걸러내기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42032" y="297180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06624" y="31363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2706624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08960" y="3090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706624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히스토그램·boxplot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297180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91456" y="31363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93792" y="3090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내보내기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791456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CSV · Excel 저장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11696" y="2971800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76288" y="31363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876288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78624" y="3090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리포트 연결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87628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→ 표 → 요약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결과를 표(DataFrame)로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측정값이 흩어진 리스트로만 있으면 통계·필터·저장이 번거롭습니다.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pandas DataFrame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은 엑셀 시트처럼 행·열로 정리해 이 모든 걸 쉽게 해 줍니다.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114800" cy="274320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2801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'pos':  [1, 2, 3, 4],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'thick_nm': [8.7, 8.9, 8.6, 9.0],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'sample':  ['A','A','B','B'],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# 앞부분 미리보기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 선택 · 행 필터 · 정렬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표에서 원하는 열을 고르고, 조건으로 행을 거르고, 값 기준으로 정렬합니다.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46888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                 # 열 선택 (하나)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df[['pos', 'thick_nm']]        # 여러 열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df[df['thick_nm'] &gt; 8.8]       # 행 필터 (조건)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df.sort_values('thick_nm')     # 값 기준 정렬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df.sort_values('thick_nm', ascending=False).head(3)  # 상위 3개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기술통계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요약값을 한 번에 구합니다. describe() 는 개수·평균·표준편차·분위수를 모두 보여줍니다.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00" cy="246888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df['thick_nm'].mean()      # 평균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df['thick_nm'].std()       # 표준편차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df['thick_nm'].min(), df['thick_nm'].max()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df['thick_nm'].median()    # 중앙값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df['thick_nm'].quantile(0.25)  # 1사분위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         # 요약 통계 전체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계측에서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22860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 = 대표 두께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표준편차 = 산포(균일도)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min·max = 최악/최선 값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분위수 = 분포 위치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그룹별 통계: groupby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시료·조건·위치 등으로 묶어 그룹마다 통계를 냅니다. "시료별 평균 두께" 같은 비교에 씁니다.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103120"/>
          </a:xfrm>
          <a:prstGeom prst="roundRect">
            <a:avLst>
              <a:gd name="adj" fmla="val 217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시료(sample)별 평균 두께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df.groupby('sample')['thick_nm'].mean()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그룹별 여러 통계를 한 번에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df.groupby('sample')['thick_nm'].agg(['mean', 'std', 'count'])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이상치 처리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중 튀는 값(먼지·오검출)은 통계를 왜곡합니다. IQR(사분위 범위) 밖의 값을 걸러내는 방법이 흔합니다.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4114800" cy="173736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060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df['thick_nm'].quantile(0.25)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df['thick_nm'].quantile(0.75)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q1 - 1.5*iqr, q3 + 1.5*iqr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= df[(df.thick_nm&gt;=lo) &amp;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(df.thick_nm&lt;=hi)]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5216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boxplot: 상자 밖 점 = 이상치</a:t>
            </a:r>
            <a:endParaRPr lang="en-US" sz="1100" dirty="0"/>
          </a:p>
        </p:txBody>
      </p:sp>
      <p:pic>
        <p:nvPicPr>
          <p:cNvPr id="8" name="Image 0" descr="/home/claude/p7img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783080"/>
            <a:ext cx="2286000" cy="2429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0" y="1783080"/>
            <a:ext cx="2286000" cy="242933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분포는 히스토그램·boxplot 으로, 측정 순서에 따른 변화는 추세(관리도)로 봅니다.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 (분포)</a:t>
            </a:r>
            <a:endParaRPr lang="en-US" sz="1100" dirty="0"/>
          </a:p>
        </p:txBody>
      </p:sp>
      <p:pic>
        <p:nvPicPr>
          <p:cNvPr id="6" name="Image 0" descr="/home/claude/p7img/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2788920" cy="17849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65960"/>
            <a:ext cx="2788920" cy="1784909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1691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boxplot</a:t>
            </a:r>
            <a:endParaRPr lang="en-US" sz="1100" dirty="0"/>
          </a:p>
        </p:txBody>
      </p:sp>
      <p:pic>
        <p:nvPicPr>
          <p:cNvPr id="9" name="Image 1" descr="/home/claude/p7img/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65960"/>
            <a:ext cx="1600200" cy="170053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0" y="1965960"/>
            <a:ext cx="1600200" cy="1700531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32120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추세/관리도 (±3σ)</a:t>
            </a:r>
            <a:endParaRPr lang="en-US" sz="1100" dirty="0"/>
          </a:p>
        </p:txBody>
      </p:sp>
      <p:pic>
        <p:nvPicPr>
          <p:cNvPr id="12" name="Image 2" descr="/home/claude/p7img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65960"/>
            <a:ext cx="3108960" cy="177654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532120" y="1965960"/>
            <a:ext cx="3108960" cy="1776549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df['thick_nm'].plot(kind='hist' | 'box');   plt.plot(df['pos'], df['thick_nm'])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내보내기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정리·통계한 표를 CSV 나 Excel 파일로 저장해 보고서·공유에 사용합니다.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11480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28016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df.to_csv('result.csv',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index=False)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df.to_excel('result.xlsx',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index=False)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요약 통계도 함께 저장 가능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df.describe().to_csv('summary.csv')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→ 표 →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W19–W20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6 의 다중 위치 측정 결과를 표로 모으면, 통계·시각화·저장이 한 흐름으로 이어집니다.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94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12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 수집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6974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[...]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1448" y="278892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79192" y="20574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16352" y="2194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81635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212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43784" y="26974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pd.DataFrame(results)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09744" y="20574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46904" y="2194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6672" y="2212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통계·이상치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26974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· IQR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02552" y="278892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0296" y="20574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77456" y="2194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077456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07224" y="22128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시각화·저장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04888" y="2697480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· to_csv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반복 측정 → 표 정리 → 요약 통계까지 자동화하면, 사람이 손으로 옮겨 적는 과정을 없앨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데이터 정리·통계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결과를 DataFrame 으로 만들고 통계 내기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IQR 로 이상치를 걸러 다시 평균 구하기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히스토그램·boxplot 그리고 CSV 로 저장하기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07_data_stats.ipynb · 07_practice.ipynb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7 · 데이터 처리 및 통계</dc:title>
  <dc:subject>PptxGenJS Presentation</dc:subject>
  <dc:creator>교육팀</dc:creator>
  <cp:lastModifiedBy>교육팀</cp:lastModifiedBy>
  <cp:revision>1</cp:revision>
  <dcterms:created xsi:type="dcterms:W3CDTF">2026-07-02T07:58:07Z</dcterms:created>
  <dcterms:modified xsi:type="dcterms:W3CDTF">2026-07-02T07:58:07Z</dcterms:modified>
</cp:coreProperties>
</file>