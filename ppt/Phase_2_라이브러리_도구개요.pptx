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라이브러리 및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도구 개요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import 와 우리가 쓸 도구 전체 지도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041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W6  ·  파이썬 이미지 처리 계측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다루는 내용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새 함수가 나올 때마다 "이건 어느 도구의 기능인지" 바로 구분할 수 있도록, 도구 전체 지도를 먼저 잡습니다.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488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import 와 별칭(as)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라이브러리를 불러오는 방법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21488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440680" y="20116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라이브러리.함수()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점(.) 문법으로 기능 호출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6개 도구 지도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각 라이브러리의 역할 구분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34747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440680" y="3337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 vs Pillow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주력·보조 구분과 BGR/RGB 주의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라이브러리란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파이썬 기본 기능만으로는 부족하므로,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 만들어진 도구 모음(라이브러리)을 불러와 사용합니다.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import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 불러오고,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as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로 짧은 별칭을 붙입니다.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이후 </a:t>
            </a:r>
            <a:pPr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라이브러리.함수() </a:t>
            </a:r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형태로 기능을 호출합니다.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754880" y="1188720"/>
            <a:ext cx="3931920" cy="2139696"/>
          </a:xfrm>
          <a:prstGeom prst="roundRect">
            <a:avLst>
              <a:gd name="adj" fmla="val 213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92040" y="1298448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        # as: 별칭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cv2                # OpenCV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 = np.zeros((3, 3))    # np.함수()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plt.imshow(arr)           # plt.함수()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754880" y="3520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앞으로 등장하는 np.~, cv2.~, plt.~ 는 모두 이 방식입니다.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우리가 쓸 도구 지도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W6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라이브러리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역할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사용 단계</a:t>
                      </a:r>
                      <a:endParaRPr lang="en-US" sz="125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B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이미지를 배열로 다루는 토대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3~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B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OpenCV (cv2)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 처리·계측의 주력 엔진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5~6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B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Pillow (PIL)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 열기·저장·포맷 변환(보조)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4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B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hyperspy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TEM TIFF 픽셀 scale 읽기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4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B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matplotlib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이미지·그래프 시각화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4·7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6B6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pandas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측정 데이터·통계 처리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나눔고딕" pitchFamily="34" charset="0"/>
                          <a:ea typeface="나눔고딕" pitchFamily="34" charset="-122"/>
                          <a:cs typeface="나눔고딕" pitchFamily="34" charset="-120"/>
                        </a:rPr>
                        <a:t>Phase 7</a:t>
                      </a:r>
                      <a:endParaRPr lang="en-US" sz="1200" dirty="0">
                        <a:latin typeface="나눔고딕" charset="0"/>
                        <a:ea typeface="나눔고딕" charset="0"/>
                        <a:cs typeface="나눔고딕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핵심이 되는 두 도구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NumPy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이미지를 숫자 배열로 다루는 바탕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shape · 슬라이싱으로 ROI 선택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불리언 인덱싱으로 마스크 생성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평균·표준편차 등 집계 연산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4630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3212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983480" y="21488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처리·계측의 주력 엔진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노이즈 제거·이진화·엣지 검출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윤곽선·템플릿 매칭·꼭짓점 검출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대부분의 계측 알고리즘에 사용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 와 Pillow, 그리고 색 순서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98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 — 주력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처리·계측 전반. 기능이 풍부하고 빠릅니다.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2984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Pillow — 보조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열기·저장·포맷 변환에 가볍게 사용합니다.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0906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B61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주의: 색 순서가 다릅니다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3419856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34E4A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 는 BGR, Pillow·matplotlib 은 RGB 순서로 색을 다룹니다. 둘을 섞으면 색이 뒤바뀝니다. TEM 은 주로 흑백이라 자주 부딪히지 않지만, 컬러를 다룰 때는 변환이 필요합니다.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40680" y="3419856"/>
            <a:ext cx="3063240" cy="96012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3529584"/>
            <a:ext cx="27889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img_rgb = cv2.cvtColor(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img_bgr,</a:t>
            </a:r>
            <a:endParaRPr lang="en-US" sz="125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cv2.COLOR_BGR2RGB)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그 외 도구 3종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406640" y="4754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W6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hyperspy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전용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TEM TIFF 메타데이터에서 픽셀 scale(nm/pixel)을 자동으로 읽습니다.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85032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85032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시각화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85032" y="2286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이미지 표시, 히스토그램, boxplot, 추세 그래프를 그립니다.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85032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4·7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64224" y="123444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38544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B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38544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D948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데이터·통계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38544" y="228600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측정값을 표로 정리하고 통계·필터·엑셀 내보내기를 합니다.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38544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Phase 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 안내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도구를 직접 불러오고 확인하기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6개 라이브러리를 import 하고 버전을 출력합니다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np.함수() · plt.함수() 호출 방식을 직접 확인합니다</a:t>
            </a:r>
            <a:endParaRPr lang="en-US" sz="1600" dirty="0"/>
          </a:p>
          <a:p>
            <a:pPr marL="342900" indent="-3429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OpenCV(BGR)와 Pillow(RGB)의 색 순서 차이를 비교합니다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나눔고딕" pitchFamily="34" charset="0"/>
                <a:ea typeface="나눔고딕" pitchFamily="34" charset="-122"/>
                <a:cs typeface="나눔고딕" pitchFamily="34" charset="-120"/>
              </a:rPr>
              <a:t>실습: 02_libraries.ipynb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2 · 라이브러리 및 도구 개요</dc:title>
  <dc:subject>PptxGenJS Presentation</dc:subject>
  <dc:creator>교육팀</dc:creator>
  <cp:lastModifiedBy>교육팀</cp:lastModifiedBy>
  <cp:revision>1</cp:revision>
  <dcterms:created xsi:type="dcterms:W3CDTF">2026-06-28T15:41:52Z</dcterms:created>
  <dcterms:modified xsi:type="dcterms:W3CDTF">2026-06-28T15:41:52Z</dcterms:modified>
</cp:coreProperties>
</file>