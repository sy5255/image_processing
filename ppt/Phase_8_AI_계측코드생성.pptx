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계측 코드 생성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로 코드를 빠르게, 검증은 사람이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041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W21–W22  ·  파이썬 이미지 처리 계측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다루는 내용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W21–W22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사내 승인 도구(ChatGPT Enterprise)로 계측 코드를 빠르게 만들되, 결과를 직접 검증하는 습관을 익힙니다.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왜 AI 인가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코드 생성 가속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965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0448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프롬프트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2900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맥락·목표·입출력·제약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783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965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9340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 검증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1792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실행 → 알려진 값과 대조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5568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흔한 함정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36027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환각·BGR/RGB·scale 누락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2004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04488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개선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429000" y="36027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→ 코드 → 검증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30175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004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93408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보안·IP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217920" y="36027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사내 정책 준수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를 어떻게 쓰는가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W21–W22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는 코드 초안을 빠르게 만들어 주는 보조 도구입니다. 지금까지 배운 개념이 있으면, AI 출력이 맞는지 판단할 수 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가 잘하는 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반복적인 코드 뼈대 작성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라이브러리 사용법·예시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에러 메시지 해석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리팩터링·주석 추가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92024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사람이 해야 하는 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25146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출력을 실행해 결과 확인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알려진 값과 대조(검증)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원리가 맞는지 판단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책임과 승인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프롬프트의 구성요소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W21–W22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무엇을·어떻게·어떤 조건으로 만들지 구체적으로 적을수록 정확한 코드가 나옵니다.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6479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16916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 종류·자료형·scale 등 배경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50008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42316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35000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235000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무엇을 측정/계산하는가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008376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081528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0083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입력·출력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00837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함수 인자와 반환값 형식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666744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739896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66674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제약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6080" y="366674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 라이브러리·성능·예외 처리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325112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4398264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398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432511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기준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926080" y="432511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 결과값(알려진 정답)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예시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W21–W22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984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모호한 프롬프트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"TEM 두께 재는 코드 짜줘"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자료형·scale 모름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측정 방법 임의 선택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입출력 형식 제각각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검증 기준 없음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984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구체적인 프롬프트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17373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입력: uint8 흑백 이미지, scale(nm/px)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방법: 세로 프로파일 → 50% 크로싱 두 엣지 → 거리 × scale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출력: 두께(nm), 실패 시 None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제약: numpy·cv2 만 사용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검증: 35px·0.25 → 8.75nm 예상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출력은 반드시 검증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W21–W22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코드는 그럴듯해 보여도 틀릴 수 있습니다. 항상 실행하고, 알려진 값과 대조합니다.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488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7008" y="2167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65176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에러 없이 도는지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87168" y="274320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24912" y="201168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62072" y="21488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862072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2167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9504" y="265176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값이 상식적 범위인지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74320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09744" y="201168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46904" y="21488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946904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76672" y="2167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정답 대조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74336" y="265176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알려진 시료로 검산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56832" y="274320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94576" y="201168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31736" y="21488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031736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61504" y="2167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원리 점검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9168" y="265176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방법이 맞는지 읽기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예: 두께 35px 인 시료를 넣어 결과가 8.75nm 근처로 나오는지 확인 (scale=0.25).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흔한 함정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W21–W22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45336"/>
            <a:ext cx="201168" cy="20116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존재하지 않는 함수(환각)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371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cv2 에 없는 함수를 지어냄 → 실행하면 에러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167128"/>
            <a:ext cx="201168" cy="20116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9933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BGR/RGB 혼동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19933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색 순서를 잘못 써 색이 뒤바뀜 (Phase 2)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2788920"/>
            <a:ext cx="201168" cy="20116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6151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scale 누락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26151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px 를 nm 로 안 바꿔 단위가 틀림 (Phase 4)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3410712"/>
            <a:ext cx="201168" cy="20116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2369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off-by-one·경계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323697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슬라이싱 범위·엣지 처리 실수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032504"/>
            <a:ext cx="201168" cy="20116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858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예외 미처리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실패 시 멈추거나 잘못된 값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개선 루프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W21–W22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번에 완성되지 않습니다. 검증에서 찾은 문제를 프롬프트에 반영해 다시 요청합니다.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488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7008" y="2167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6517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구체적으로 요청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87168" y="269748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24912" y="20116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62072" y="21488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862072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2167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코드 받기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89504" y="26517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269748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09744" y="20116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46904" y="21488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946904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76672" y="2167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실행·검증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74336" y="26517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정답과 대조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56832" y="269748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94576" y="20116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31736" y="21488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031736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61504" y="2167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059168" y="26517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문제점 지적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188720" y="3611880"/>
            <a:ext cx="65836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29" name="Text 27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피드백을 프롬프트에 반영해 반복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보안 · 지식재산 주의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W21–W22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사내 데이터·코드를 다룰 때는 회사 정책을 최우선으로 따릅니다.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955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회사가 승인한 도구(ChatGPT Enterprise)만 사용합니다.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민감한 사내 데이터·이미지·기밀 정보는 정책에 따라 입력 여부를 판단합니다.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생성된 코드도 사내 코드 리뷰·보안 기준을 동일하게 적용합니다.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라이선스·출처가 불분명한 코드는 그대로 쓰지 않습니다.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불확실하면 보안·법무 가이드라인을 확인합니다.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우리 계측에 붙이기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W21–W22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지금까지의 단계에 AI 를 보조로 붙이는 실제 흐름입니다. 최종 검증·판단은 사람이 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2286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구체적 프롬프트로 측정 함수 초안 요청 (입력·방법·출력·검증기준 명시)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받은 코드를 노트북에서 실행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알려진 시료로 검증: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abs(measure(sample_img, scale=0.25) - 8.75) &lt; 0.3   # 정답과 대조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틀리면 문제를 프롬프트에 적어 다시 요청 (반복)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5) 통과하면 Phase 9 에서 IPDK 레시피로 배포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안내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코드 생성하고 검증하기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 프롬프트로 측정 함수 초안 만들기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가 준 코드를 실행하고 알려진 값으로 검증하기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숨은 버그(scale 누락 등)를 찾아 고치기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08_ai_workflow.ipynb · 08_practice.ipynb · 08_prompt_templates.md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8 · AI 계측 코드 생성</dc:title>
  <dc:subject>PptxGenJS Presentation</dc:subject>
  <dc:creator>교육팀</dc:creator>
  <cp:lastModifiedBy>교육팀</cp:lastModifiedBy>
  <cp:revision>1</cp:revision>
  <dcterms:created xsi:type="dcterms:W3CDTF">2026-07-02T08:02:34Z</dcterms:created>
  <dcterms:modified xsi:type="dcterms:W3CDTF">2026-07-02T08:02:34Z</dcterms:modified>
</cp:coreProperties>
</file>