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MODULE 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오리엔테이션 및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환경 구성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 개요 · IPDK · GitHub 실습 환경 구성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041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  ·  파이썬 이미지 처리 계측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 일정을 마치면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TEM 이미지를 입력받아 두께·길이·면적을 자동으로 측정하는 파이썬 계측 코드를 직접 작성하고, IPDK 환경에서 동일한 결과가 재현되도록 배포할 수 있게 됩니다.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파이썬이 처음이어도 따라올 수 있도록 계측에 필요한 내용을 기초부터 순서대로 구성했습니다.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394960" y="118872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7784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691640"/>
            <a:ext cx="2926080" cy="8229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16916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TEM 이미지 (.tif)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0" y="2606040"/>
            <a:ext cx="0" cy="5029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577840" y="3154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파이썬 계측 코드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3429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3703320"/>
            <a:ext cx="29260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3703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두께 = 12.4 nm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 일정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  <a:gridCol w="15544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단계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내용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주차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6B6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Module 0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오리엔테이션 및 환경 구성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W1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6B6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Phase 1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파이썬 기초 문법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W2–W5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6B6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Phase 2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라이브러리 및 도구 개요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W6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6B6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Phase 3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NumPy · 배열로서의 이미지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W7–W9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6B6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Phase 4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입출력 및 캘리브레이션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W10–W11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6B6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Phase 5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이미지 처리 기본기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W12–W14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6B6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Phase 6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계측 핵심 알고리즘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W15–W18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6B6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Phase 7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데이터 처리 및 통계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W19–W20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6B6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Phase 8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계측 코드 생성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W21–W22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6B6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Phase 9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IPDK 및 레시피 배포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W23–W24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6B6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Phase 10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종합 실습 및 정리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W25–W26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파이썬과 IPDK의 선정 배경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481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파이썬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이미지를 수치 배열로 직접 처리할 수 있음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OpenCV·NumPy 등 검증된 라이브러리 제공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측정·통계·리포트를 단일 흐름에서 처리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측정 자동화로 수작업 최소화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32120" y="1481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IPDK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983480" y="21488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계측 코드 실행 플랫폼 — 실행 환경 표준화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코드를 RCP 파일로 패키징하여 전달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실행 주체와 무관하게 동일 결과 보장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플랫폼 내에서 파이썬 코드 작성 가능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IPDK: 계측 코드 실행 플랫폼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IPDK 환경에서 파이썬 계측 코드를 작성하고 RCP 파일로 패키징하여 전달하면, 실행 주체와 무관하게 동일한 환경에서 동일한 결과를 얻습니다.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2316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43230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 작성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92608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IPDK 내 파이썬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계측 코드 작성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05456" y="3063240"/>
            <a:ext cx="24688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88920" y="228600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0" y="242316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83280" y="243230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RCP 패키징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53512" y="292608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코드를 레시피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파일로 변환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54296" y="3063240"/>
            <a:ext cx="24688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937760" y="228600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74920" y="242316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532120" y="243230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02352" y="292608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실행자에게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RCP 전달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03136" y="3063240"/>
            <a:ext cx="24688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086600" y="228600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23760" y="242316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680960" y="243230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실행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51192" y="292608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환경에서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결과 재현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GitHub 실습 자료 관리 절차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8132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B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최초 1회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자료 저장소를 최초 1회 로컬에 복제합니다.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70332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13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&lt;주소&gt;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10712" y="123444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39312" y="148132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639312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142232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B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39312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39312" y="2331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신규 자료는 매주 아래 명령으로 수신합니다. 기존 파일은 유지됩니다.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39312" y="370332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76472" y="3813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64224" y="123444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92824" y="148132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592824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95744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B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복사 후 작업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92824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92824" y="2331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원본은 수정하지 않으며, 복사본을 생성하여 실습을 진행합니다.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92824" y="370332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9984" y="3813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my_work/ 에 복사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파일 관리 원칙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원칙: 배포 원본 파일은 직접 수정하지 않습니다.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부적절한 방식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F1D1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매주 저장소를 새로 clone 한다</a:t>
            </a:r>
            <a:endParaRPr lang="en-US" sz="135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F1D1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배포 원본 파일을 직접 수정한다</a:t>
            </a:r>
            <a:endParaRPr lang="en-US" sz="135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7F1D1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다음 주 수신 시 실습 내용이 소실된다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78308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권장 방식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3774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clone 은 최초 1회, 이후 git pull 로 수신</a:t>
            </a:r>
            <a:endParaRPr lang="en-US" sz="135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원본을 my_work/ 로 복사 후 해당 파일에서 작업</a:t>
            </a:r>
            <a:endParaRPr lang="en-US" sz="135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자료는 누적 수신, 실습 내용은 보존된다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안내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환경 점검 및 이미지 표시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자료 저장소를 clone 하고 최초 자료를 수신합니다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00_environment_check.ipynb 를 열어 셀을 순서대로 실행합니다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이미지가 정상적으로 표시되면 실습 환경 구성이 완료된 것입니다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 · 오리엔테이션 및 환경 구성</dc:title>
  <dc:subject>PptxGenJS Presentation</dc:subject>
  <dc:creator>교육팀</dc:creator>
  <cp:lastModifiedBy>교육팀</cp:lastModifiedBy>
  <cp:revision>1</cp:revision>
  <dcterms:created xsi:type="dcterms:W3CDTF">2026-06-28T15:16:06Z</dcterms:created>
  <dcterms:modified xsi:type="dcterms:W3CDTF">2026-06-28T15:16:06Z</dcterms:modified>
</cp:coreProperties>
</file>