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입출력 및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캘리브레이션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읽고, 픽셀을 실제 길이(nm)로 환산하기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파일에서 이미지를 읽고 저장하는 법, 그리고 측정의 출발점인 "픽셀 → 나노미터" 캘리브레이션을 익힙니다.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읽기·저장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Pillow · OpenCV 로 입출력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0448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좌표계 함정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img[행, 열] = [y, x]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9340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bit depth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8bit vs 16bit(TEM)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표시·히스토그램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matplotlib 으로 분포 보기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90448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캘리브레이션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2900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↔ nm 환산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9340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hyperspy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1792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TIFF 에서 scale 자동 추출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읽기와 저장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Pillow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와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둘 다 이미지를 NumPy 배열로 읽어옵니다.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로 컬러를 읽으면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BGR 순서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임을 기억합니다(표시 전 변환).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98448"/>
            <a:ext cx="3840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cv2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Pillow 로 읽기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np.array(Image.open(path))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OpenCV 로 읽기 (흑백)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cv2.imread(path, cv2.IMREAD_GRAYSCALE)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cv2.imwrite('out.png', img)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좌표계 함정: img[행, 열] = [y, x]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 는 [행, 열] 순서입니다. 행은 세로(y, 아래로 증가), 열은 가로(x, 오른쪽으로 증가). (x, y) 와 순서가 반대라 자주 헷갈립니다.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745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01368" y="18745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68296" y="18745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35224" y="18745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02152" y="18745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(x)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072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37413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94106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(y)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2240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1368" y="2240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8296" y="2240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5224" y="2240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2240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2807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01368" y="2807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68296" y="2807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5224" y="2807208"/>
            <a:ext cx="566928" cy="566928"/>
          </a:xfrm>
          <a:prstGeom prst="rect">
            <a:avLst/>
          </a:prstGeom>
          <a:solidFill>
            <a:srgbClr val="0D9488"/>
          </a:solidFill>
          <a:ln w="25400">
            <a:solidFill>
              <a:srgbClr val="0B6B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35224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02152" y="2807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3374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01368" y="3374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68296" y="3374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35224" y="3374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2152" y="3374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394106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01368" y="394106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68296" y="394106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35224" y="394106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02152" y="394106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2194560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강조된 픽셀 = 행 1, 열 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2788920"/>
            <a:ext cx="3840480" cy="109728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898648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img[1, 3]    # O  (행=1, 열=3)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img[3, 1]    # X  (좌표 뒤바뀜)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bit depth: 값의 범위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하나가 가질 수 있는 값의 범위는 자료형(bit depth)에 따라 다릅니다. TEM 은 16bit 가 흔합니다.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8bit (uint8)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범위: 0 ~ 255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 사진·PNG 에서 흔함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16bit (uint16)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468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범위: 0 ~ 65535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등 계측 이미지에서 흔함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표시·이진화 시 범위 주의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표시와 히스토그램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matplotlib 으로 이미지를 표시하고, 히스토그램으로 밝기 분포를 봅니다. 분포는 이후 이진화 임계값을 정할 때 쓰입니다.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44805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plt.imshow(img, cmap='gray')   # 이미지 표시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plt.hist(img.ravel(), bins=256)  # 밝기 분포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9202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히스토그램이란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0" y="25146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밝기값이 몇 개인지의 분포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밝은/어두운 영역 구분에 활용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이진화 임계값 선택의 근거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캘리브레이션: 픽셀을 실제 길이로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결과는 픽셀 단위로 나옵니다. 이를 실제 길이(nm)로 바꾸려면 "픽셀당 길이"인 scale 이 필요합니다.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길이(nm)  =  픽셀 수(px)  ×  scale(nm/pixel)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두께가 80 px 이고 scale 이 0.25 nm/pixel 이면 → 80 × 0.25 = </a:t>
            </a:r>
            <a:pPr algn="ctr"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 nm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질문은 "이 scale 값을 어디서 얻는가?" 입니다. 다음 장에서 자동으로 읽어옵니다.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hyperspy 로 scale 자동 추출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으로 저장한 TIFF 에는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scale 이 메타데이터로 기록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되어 있습니다. hyperspy 가 이 값을 읽어줍니다.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수동 입력 대신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파일에서 직접 읽으므로 휴먼에러가 줄어듭니다.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1188720"/>
            <a:ext cx="4206240" cy="274320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1298448"/>
            <a:ext cx="39319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hyperspy.api as hs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hs.load('sample.tif')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sig.axes_manager[-1]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ax.scale     # 예: 0.25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 = ax.units     # 예: 'nm'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print(scale, units)  # 0.25 nm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scale 로 길이 환산하기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W10–W11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읽어온 scale 을 함수로 묶어두면, 이후 모든 측정에서 픽셀 결과를 바로 nm 로 바꿀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846320" cy="237744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92808"/>
            <a:ext cx="45720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px_to_nm(px, scale):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px * scale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sig.axes_manager[-1].scale  # 파일에서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thickness_px = 80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px_to_nm(thickness_px, scale)   # 20.0 (nm)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78308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이어지는 단계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6440" y="237744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scale 은 Phase 6 의 모든 측정(두께·길이·면적)에 그대로 사용됩니다.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면적은 scale² 을 곱합니다.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읽고, 표시하고, 환산하기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읽어 shape · dtype · 좌표 확인하기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히스토그램으로 밝기 분포 그리기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scale 을 적용해 픽셀 길이를 nm 로 환산하기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04_io_calibration.ipynb · 04_practice.ipynb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4 · 입출력 및 캘리브레이션</dc:title>
  <dc:subject>PptxGenJS Presentation</dc:subject>
  <dc:creator>교육팀</dc:creator>
  <cp:lastModifiedBy>교육팀</cp:lastModifiedBy>
  <cp:revision>1</cp:revision>
  <dcterms:created xsi:type="dcterms:W3CDTF">2026-06-30T12:19:22Z</dcterms:created>
  <dcterms:modified xsi:type="dcterms:W3CDTF">2026-06-30T12:19:22Z</dcterms:modified>
</cp:coreProperties>
</file>